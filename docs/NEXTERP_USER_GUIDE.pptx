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</a:defRPr>
            </a:pPr>
            <a:r>
              <a:t>NEXTERP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</a:defRPr>
            </a:pPr>
            <a:r>
              <a:t>User Guide - Enterprise Resource Planning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Getting Started - Login, Dashboard, Navigation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Core Modules - Inventory, Sales, Accounting, HRM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Additional Modules - Purchasing, Projects, Assets, Quality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Reports &amp; Analytics - Data insights and exports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Best Practices - Tips for effective usage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Getting Started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554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Access NEXTERP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Open browser and navigate to http://localhost:3000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517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9747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51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Enter username: admin, Password: Admin123!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4903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9475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60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View KPIs, charts, recent orders, and quick actions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920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46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Navigation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257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Use sidebar menu to access different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Dashboard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KPI Cards - Revenue, Orders, Customers at a glance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Charts - Visual trends and analytics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Recent Activity - Latest transactions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Quick Actions - Common operations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Date Filtering - Today, This Week, This Month, Custom Range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Inventory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8FAFC"/>
                </a:solidFill>
              </a:defRPr>
            </a:pPr>
            <a:r>
              <a:t>  Warehouse Management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Create multiple locations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Set default warehouse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Track stock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8FAFC"/>
                </a:solidFill>
              </a:defRPr>
            </a:pPr>
            <a:r>
              <a:t>  Stock Items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SKU, Name, Category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Unit of Measure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Standard Cost and Price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Reorder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Inventory Features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8782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8FAFC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8FAFC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Warehouses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Create and manage warehouse locations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Stock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Product catalog with SKU and pricing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Stock Movements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Track IN/OUT/Adjustment transactions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Low Stock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Automatic notifications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Batch Tracking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Track items by batch number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Stock valuation, movement history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Sales Order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201168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DRAFT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3749039"/>
            <a:ext cx="457200" cy="36576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3474720"/>
            <a:ext cx="201168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SUBMITTED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77840" y="3749039"/>
            <a:ext cx="457200" cy="36576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3474720"/>
            <a:ext cx="201168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APPROVED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321040" y="3749039"/>
            <a:ext cx="457200" cy="36576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0" y="3474720"/>
            <a:ext cx="201168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INVOICED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1064240" y="3749039"/>
            <a:ext cx="457200" cy="36576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704320" y="3474720"/>
            <a:ext cx="201168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PAID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Sales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8FAFC"/>
                </a:solidFill>
              </a:defRPr>
            </a:pPr>
            <a:r>
              <a:t>  Customer Management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Contact Information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Credit Limits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Payment Terms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Order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8FAFC"/>
                </a:solidFill>
              </a:defRPr>
            </a:pPr>
            <a:r>
              <a:t>  Order Process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1. Create Sales Order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2. Submit for Approval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3. Generate Invoice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4. Record Payment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Chart of Accounts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858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8FAFC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8FAFC"/>
                          </a:solidFill>
                        </a:defRPr>
                      </a:pPr>
                      <a:r>
                        <a:t>Nature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8FAFC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Debit increases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Cash, Inventory, Equipment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Credit increases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Accounts Payable, Loans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Equity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Credit increases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Capital, Retained Earnings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Credit increases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Sales, Services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Expense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Debit increases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Rent, Salary, Utilities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Creating Journal Entry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554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Select Entry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Choose the transaction date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517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9747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51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Enter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Add reference number or description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4903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9475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Add Line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60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Select Account + Debit/Credit amount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920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46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Verify 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257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Ensure Debit = Credit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9436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989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63550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Submit for approval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Journal Entry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201168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DRAFT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3749039"/>
            <a:ext cx="457200" cy="36576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3474720"/>
            <a:ext cx="201168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SUBMITTED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77840" y="3749039"/>
            <a:ext cx="457200" cy="36576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3474720"/>
            <a:ext cx="201168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POSTED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HRM - Human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8FAFC"/>
                </a:solidFill>
              </a:defRPr>
            </a:pPr>
            <a:r>
              <a:t>  Employee Management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Personal Information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Contact Details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Department &amp; Position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Employment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F8FAFC"/>
                </a:solidFill>
              </a:defRPr>
            </a:pPr>
            <a:r>
              <a:t>  Attendance Tracking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Check In / Check Out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Work Hours Recording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Status: Present, Absent, Late</a:t>
            </a:r>
          </a:p>
          <a:p>
            <a:pPr>
              <a:spcAft>
                <a:spcPts val="800"/>
              </a:spcAft>
              <a:defRPr sz="1800">
                <a:solidFill>
                  <a:srgbClr val="F8FAFC"/>
                </a:solidFill>
              </a:defRPr>
            </a:pPr>
            <a:r>
              <a:t>  Leave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Leave Request Process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554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554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Submit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Employee submits leave request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517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9747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517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Manager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Manager reviews the request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4903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9475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Approve/Reject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60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Decision is made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9204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46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Balance 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257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Leave balance is updated automatically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Additional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Purchasing - Suppliers, Purchase Orders, Goods Receipt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Projects - Project Planning, Task Tracking, Gantt Charts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Assets - Fixed Assets, Depreciation, Maintenance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Quality - Inspections, NCR, CAPA Process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Analytics - Real-time Dashboards, KPI Tracking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Reports &amp; Analytics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822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8FAFC"/>
                          </a:solidFill>
                        </a:defRPr>
                      </a:pPr>
                      <a:r>
                        <a:t>Report Type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8FAFC"/>
                          </a:solidFill>
                        </a:defRPr>
                      </a:pPr>
                      <a:r>
                        <a:t>Contents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Sales Reports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Revenue, orders, customer analysis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Inventory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Stock levels, movements, valuation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Financial Reports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Trial balance, P&amp;L, Balance Sheet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HR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Attendance, leave, headcount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Export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CSV - For Excel/spreadsheet analysis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PDF - For printing and sharing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Print - Direct printing from browser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Best Practices - Daily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Check Dashboard - Monitor KPIs daily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Review Alerts - Address issues promptly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Verify Stock - Prevent stockouts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Backup Data - Protect business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Security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Strong Passwords - Use complex, unique passwords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Role-Based Access - Assign appropriate permissions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Regular Updates - Keep system updated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Audit Logs - Review regularly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Data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Always use approval workflows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Never share login credentials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Reconcile accounts monthly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Document all corrections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Summary -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Single system for all business operations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Real-time visibility across modules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Automated workflows reduce manual work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Role-based security protects data</a:t>
            </a:r>
          </a:p>
          <a:p>
            <a:pPr>
              <a:spcAft>
                <a:spcPts val="1400"/>
              </a:spcAft>
              <a:defRPr sz="2200">
                <a:solidFill>
                  <a:srgbClr val="F8FAFC"/>
                </a:solidFill>
              </a:defRPr>
            </a:pPr>
            <a:r>
              <a:t>  Built-in reports for decision making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</a:defRPr>
            </a:pPr>
            <a:r>
              <a:t>Contact: support@nexterp.com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8FAFC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</a:defRPr>
            </a:pPr>
            <a:r>
              <a:t>Start Using NEXTERP: http://localhost:3000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